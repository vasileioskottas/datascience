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Vision in Basketball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Identifying Players and Detecting Pick-and-Roll Plays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Computer Vision</a:t>
            </a:r>
          </a:p>
          <a:p>
            <a:r>
              <a:t>2. Identifying Basketball Players</a:t>
            </a:r>
          </a:p>
          <a:p>
            <a:r>
              <a:t>3. Understanding Pick-and-Roll Plays</a:t>
            </a:r>
          </a:p>
          <a:p>
            <a:r>
              <a:t>4. Implementation Workflow</a:t>
            </a:r>
          </a:p>
          <a:p>
            <a:r>
              <a:t>5. Tools and Technologies</a:t>
            </a:r>
          </a:p>
          <a:p>
            <a:r>
              <a:t>6. Summary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351776" cy="35387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Computer Vision enables machines to interpret and make decisions based on visual data.</a:t>
            </a:r>
          </a:p>
          <a:p>
            <a:r>
              <a:rPr dirty="0"/>
              <a:t>Object detection</a:t>
            </a:r>
          </a:p>
          <a:p>
            <a:r>
              <a:rPr dirty="0"/>
              <a:t>Pose estimation</a:t>
            </a:r>
          </a:p>
          <a:p>
            <a:r>
              <a:rPr dirty="0"/>
              <a:t>Action recognition</a:t>
            </a:r>
          </a:p>
          <a:p>
            <a:r>
              <a:rPr dirty="0"/>
              <a:t>Applications in sports analytics are growing rapidly!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Basketball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005072" cy="3968496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Using Object Detection Models:</a:t>
            </a:r>
          </a:p>
          <a:p>
            <a:r>
              <a:rPr dirty="0"/>
              <a:t>- Detect players using bounding boxes</a:t>
            </a:r>
          </a:p>
          <a:p>
            <a:r>
              <a:rPr dirty="0"/>
              <a:t>- Classify teams based on uniform colors or logos</a:t>
            </a:r>
          </a:p>
          <a:p>
            <a:r>
              <a:rPr dirty="0"/>
              <a:t>Popular models: YOLO, Faster R-CNN, Detectron2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1507E6-6F77-0D2A-C9A8-D8FE2E15A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31831"/>
            <a:ext cx="4289190" cy="32922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Pick-and-Roll Plays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849624" cy="4306824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Key elements:</a:t>
            </a:r>
          </a:p>
          <a:p>
            <a:r>
              <a:rPr dirty="0"/>
              <a:t>- Pick (Screen): A player blocks the path of a defender.</a:t>
            </a:r>
          </a:p>
          <a:p>
            <a:r>
              <a:rPr dirty="0"/>
              <a:t>- Roll: The screener moves toward the basket.</a:t>
            </a:r>
          </a:p>
          <a:p>
            <a:endParaRPr dirty="0"/>
          </a:p>
          <a:p>
            <a:r>
              <a:rPr dirty="0"/>
              <a:t>Computer Vision Tasks:</a:t>
            </a:r>
          </a:p>
          <a:p>
            <a:r>
              <a:rPr dirty="0"/>
              <a:t>- Detect interaction between players</a:t>
            </a:r>
          </a:p>
          <a:p>
            <a:r>
              <a:rPr dirty="0"/>
              <a:t>- Analyze movement patterns</a:t>
            </a:r>
          </a:p>
          <a:p>
            <a:r>
              <a:rPr dirty="0"/>
              <a:t>- Recognize specific 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F06BD-B9F3-9A0C-CC7E-074E7C47C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3" y="3690746"/>
            <a:ext cx="4471416" cy="269301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D1A0560-7333-8C97-4F19-70B9D596A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911" y="1344486"/>
            <a:ext cx="3664699" cy="220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1. Data Collection and Annotation:</a:t>
            </a:r>
          </a:p>
          <a:p>
            <a:r>
              <a:rPr dirty="0"/>
              <a:t>   - Game footage, player bounding boxes, action labels</a:t>
            </a:r>
          </a:p>
          <a:p>
            <a:endParaRPr dirty="0"/>
          </a:p>
          <a:p>
            <a:r>
              <a:rPr dirty="0"/>
              <a:t>2. Player Detection and Tracking:</a:t>
            </a:r>
          </a:p>
          <a:p>
            <a:r>
              <a:rPr dirty="0"/>
              <a:t>   - Detect players, classify teams, track movements</a:t>
            </a:r>
          </a:p>
          <a:p>
            <a:endParaRPr dirty="0"/>
          </a:p>
          <a:p>
            <a:r>
              <a:rPr dirty="0"/>
              <a:t>3. Pose Estimation and Action Recognition:</a:t>
            </a:r>
          </a:p>
          <a:p>
            <a:r>
              <a:rPr dirty="0"/>
              <a:t>   - Analyze body </a:t>
            </a:r>
            <a:r>
              <a:rPr dirty="0" err="1"/>
              <a:t>keypoints</a:t>
            </a:r>
            <a:r>
              <a:rPr dirty="0"/>
              <a:t> and classify pick-and-rolls</a:t>
            </a:r>
          </a:p>
          <a:p>
            <a:endParaRPr dirty="0"/>
          </a:p>
          <a:p>
            <a:r>
              <a:rPr dirty="0"/>
              <a:t>4. Event Detection:</a:t>
            </a:r>
          </a:p>
          <a:p>
            <a:r>
              <a:rPr dirty="0"/>
              <a:t>   - Integrate outputs to identify plays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1. Object Detection:</a:t>
            </a:r>
          </a:p>
          <a:p>
            <a:r>
              <a:t>   - YOLO, Faster R-CNN, Detectron2</a:t>
            </a:r>
          </a:p>
          <a:p>
            <a:endParaRPr/>
          </a:p>
          <a:p>
            <a:r>
              <a:t>2. Pose Estimation:</a:t>
            </a:r>
          </a:p>
          <a:p>
            <a:r>
              <a:t>   - OpenPose, Mediapipe, HRNet</a:t>
            </a:r>
          </a:p>
          <a:p>
            <a:endParaRPr/>
          </a:p>
          <a:p>
            <a:r>
              <a:t>3. Tracking:</a:t>
            </a:r>
          </a:p>
          <a:p>
            <a:r>
              <a:t>   - DeepSORT, ByteTrack</a:t>
            </a:r>
          </a:p>
          <a:p>
            <a:endParaRPr/>
          </a:p>
          <a:p>
            <a:r>
              <a:t>4. Action Recognition:</a:t>
            </a:r>
          </a:p>
          <a:p>
            <a:r>
              <a:t>   - SlowFast, TimeSformer</a:t>
            </a:r>
          </a:p>
          <a:p>
            <a:endParaRPr/>
          </a:p>
          <a:p>
            <a:r>
              <a:t>5. Frameworks:</a:t>
            </a:r>
          </a:p>
          <a:p>
            <a:r>
              <a:t>   - PyTorch, TensorFlow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Summary:</a:t>
            </a:r>
          </a:p>
          <a:p>
            <a:r>
              <a:t>- Computer Vision can enhance sports analytics.</a:t>
            </a:r>
          </a:p>
          <a:p>
            <a:r>
              <a:t>- Detecting pick-and-rolls requires combining detection, tracking, and action recognition.</a:t>
            </a:r>
          </a:p>
          <a:p>
            <a:endParaRPr/>
          </a:p>
          <a:p>
            <a:r>
              <a:t>Next Steps:</a:t>
            </a:r>
          </a:p>
          <a:p>
            <a:r>
              <a:t>- Collect annotated basketball footage.</a:t>
            </a:r>
          </a:p>
          <a:p>
            <a:r>
              <a:t>- Train models for detection, pose estimation, and action recognition.</a:t>
            </a:r>
          </a:p>
          <a:p>
            <a:r>
              <a:t>- Deploy and test the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330</Words>
  <Application>Microsoft Office PowerPoint</Application>
  <PresentationFormat>On-screen Show (4:3)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Computer Vision in Basketball</vt:lpstr>
      <vt:lpstr>Overview</vt:lpstr>
      <vt:lpstr>Introduction to Computer Vision</vt:lpstr>
      <vt:lpstr>Identifying Basketball Players</vt:lpstr>
      <vt:lpstr>Understanding Pick-and-Roll Plays</vt:lpstr>
      <vt:lpstr>Implementation Workflow</vt:lpstr>
      <vt:lpstr>Tools and Technologies</vt:lpstr>
      <vt:lpstr>Summary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Vasileios Kottas</cp:lastModifiedBy>
  <cp:revision>3</cp:revision>
  <dcterms:created xsi:type="dcterms:W3CDTF">2013-01-27T09:14:16Z</dcterms:created>
  <dcterms:modified xsi:type="dcterms:W3CDTF">2025-02-20T17:33:55Z</dcterms:modified>
  <cp:category/>
</cp:coreProperties>
</file>