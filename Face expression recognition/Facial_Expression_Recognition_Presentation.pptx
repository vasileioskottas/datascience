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622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179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081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034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372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570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390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323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420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59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3435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366831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9699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74896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0184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9619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65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1577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Facial Expression Recognition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Using Cohn-Kanade Dataset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BC1A4B-26A0-64C0-99F1-E9B9423F34BC}"/>
              </a:ext>
            </a:extLst>
          </p:cNvPr>
          <p:cNvSpPr txBox="1"/>
          <p:nvPr/>
        </p:nvSpPr>
        <p:spPr>
          <a:xfrm>
            <a:off x="533400" y="5758935"/>
            <a:ext cx="1879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Kottas Vasileios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The objective of this project was to classify and understand facial expressions using machine learning techniques. Supervised learning and unsupervised clustering methods were applied to evaluate model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dirty="0"/>
              <a:t>Data Preprocessing: Cleaning and encoding data.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Feature Selection: Reducing dimensions with </a:t>
            </a:r>
            <a:r>
              <a:rPr dirty="0" err="1"/>
              <a:t>SelectKBest</a:t>
            </a:r>
            <a:r>
              <a:rPr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Model Training: Neural network classification with </a:t>
            </a:r>
            <a:r>
              <a:rPr dirty="0" err="1"/>
              <a:t>PyTorch</a:t>
            </a:r>
            <a:r>
              <a:rPr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Evaluation: Accuracy calculation and clustering analysis.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Results Visualization: Confusion matrix and clustering plots.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Confusion Matrix</a:t>
            </a:r>
          </a:p>
        </p:txBody>
      </p:sp>
      <p:pic>
        <p:nvPicPr>
          <p:cNvPr id="3" name="Picture 2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411" y="420624"/>
            <a:ext cx="5705856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KMeans Clustering</a:t>
            </a:r>
          </a:p>
        </p:txBody>
      </p:sp>
      <p:pic>
        <p:nvPicPr>
          <p:cNvPr id="3" name="Picture 2" descr="kmeans_clustering_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557784"/>
            <a:ext cx="5522976" cy="41422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True Labels (PCA-Reduced Data)</a:t>
            </a:r>
          </a:p>
        </p:txBody>
      </p:sp>
      <p:pic>
        <p:nvPicPr>
          <p:cNvPr id="3" name="Picture 2" descr="true_lab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184" y="484632"/>
            <a:ext cx="5468112" cy="41010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The neural network achieved an accuracy of </a:t>
            </a:r>
            <a:r>
              <a:rPr lang="en-US" dirty="0"/>
              <a:t>92.86</a:t>
            </a:r>
            <a:r>
              <a:rPr dirty="0"/>
              <a:t>%.</a:t>
            </a:r>
          </a:p>
          <a:p>
            <a:r>
              <a:rPr dirty="0"/>
              <a:t>Clustering accuracy was </a:t>
            </a:r>
            <a:r>
              <a:rPr lang="en-US" dirty="0"/>
              <a:t>17.14</a:t>
            </a:r>
            <a:r>
              <a:rPr dirty="0"/>
              <a:t>%, highlighting challenges in unsupervised learning.</a:t>
            </a:r>
          </a:p>
          <a:p>
            <a:r>
              <a:rPr dirty="0"/>
              <a:t>PCA effectively reduced dimensionality for better visualization.</a:t>
            </a:r>
          </a:p>
          <a:p>
            <a:r>
              <a:rPr dirty="0"/>
              <a:t>Key features played a significant role in expression recognition.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This project demonstrated the potential of machine learning techniques in facial expression recognition. Future work includes exploring advanced models such as convolutional neural networks and improving unsupervised clustering techniques.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</TotalTime>
  <Words>172</Words>
  <Application>Microsoft Office PowerPoint</Application>
  <PresentationFormat>On-screen Show (4:3)</PresentationFormat>
  <Paragraphs>21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Century Gothic</vt:lpstr>
      <vt:lpstr>Wingdings 3</vt:lpstr>
      <vt:lpstr>Slice</vt:lpstr>
      <vt:lpstr>Facial Expression Recognition Project</vt:lpstr>
      <vt:lpstr>Introduction</vt:lpstr>
      <vt:lpstr>Process Overview</vt:lpstr>
      <vt:lpstr>Results: Confusion Matrix</vt:lpstr>
      <vt:lpstr>Results: KMeans Clustering</vt:lpstr>
      <vt:lpstr>Results: True Labels (PCA-Reduced Data)</vt:lpstr>
      <vt:lpstr>Key 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Office365</cp:lastModifiedBy>
  <cp:revision>2</cp:revision>
  <dcterms:created xsi:type="dcterms:W3CDTF">2013-01-27T09:14:16Z</dcterms:created>
  <dcterms:modified xsi:type="dcterms:W3CDTF">2025-01-15T21:00:19Z</dcterms:modified>
  <cp:category/>
</cp:coreProperties>
</file>